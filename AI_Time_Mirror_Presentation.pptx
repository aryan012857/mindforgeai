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Time Mirror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Predicting your mood 1 hour later from a short text entry</a:t>
            </a:r>
          </a:p>
          <a:p>
            <a:r>
              <a:t>(A demo proof-of-concept)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Data: small synthetic journal-like sentences</a:t>
            </a:r>
          </a:p>
          <a:p>
            <a:r>
              <a:t>2. Feature extraction (lexicon + punctuation + stylistic features)</a:t>
            </a:r>
          </a:p>
          <a:p>
            <a:r>
              <a:t>3. Model: Logistic Regression (simple, interpretable)</a:t>
            </a:r>
          </a:p>
          <a:p>
            <a:r>
              <a:t>4. Output: Predicted mood + probability (happy / neutral / sad)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&amp; Viva Talking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steps:</a:t>
            </a:r>
          </a:p>
          <a:p>
            <a:pPr lvl="1"/>
            <a:r>
              <a:t>1) Show sample input -&gt; model predicts mood and probabilities</a:t>
            </a:r>
          </a:p>
          <a:p>
            <a:pPr lvl="1"/>
            <a:r>
              <a:t>2) Explain features (pos/neg words, punctuation, hesitations)</a:t>
            </a:r>
          </a:p>
          <a:p>
            <a:pPr lvl="1"/>
            <a:r>
              <a:t>3) Discuss limitations (synthetic data, small lexicon) and improvements (real logs, transfer learning)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